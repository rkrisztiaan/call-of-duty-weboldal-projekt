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1F1F1F"/>
    <a:srgbClr val="010101"/>
    <a:srgbClr val="19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3EC0BE-1ABD-3BE9-FD25-735A0138D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C11FA8C-816B-78DB-B1F7-617970CCD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43C3D3B-9D12-54E5-F7DF-9CB4D83F7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C34A-D57B-4F81-A818-86AE7304DA03}" type="datetimeFigureOut">
              <a:rPr lang="hu-HU" smtClean="0"/>
              <a:t>2026. 05. 31.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A495E0C-6421-8FA2-FE15-E04D2D808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1844D24-3938-C6BB-7430-BB4F48DA1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799F-C7A5-4F7A-AC99-023FDC6E0E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932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BDC1D6-7AEB-B120-E1BD-4FCCB811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3E3943-D3B9-FAA2-7D0C-81760C6D0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83F4B08-19F3-8F4E-0461-5C6BA2A85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C34A-D57B-4F81-A818-86AE7304DA03}" type="datetimeFigureOut">
              <a:rPr lang="hu-HU" smtClean="0"/>
              <a:t>2026. 05. 31.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528D85D-684D-8B9D-0777-0FD90576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D4BB9AE-F560-669A-F92B-4BE485375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799F-C7A5-4F7A-AC99-023FDC6E0E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44742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7AA55F-F251-EEE4-45A3-7B9A1BF99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7E3B20E-EF71-E117-EB1D-46BFA7F96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638181-D2C7-D494-B161-0AC58D0BC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C34A-D57B-4F81-A818-86AE7304DA03}" type="datetimeFigureOut">
              <a:rPr lang="hu-HU" smtClean="0"/>
              <a:t>2026. 05. 31.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5DC7288-98B8-03A2-5AE1-9BDC9A21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F2C6D1D-F15A-4920-4F62-7BD23FFA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799F-C7A5-4F7A-AC99-023FDC6E0E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4324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590C45-F6D5-B1F0-4D65-E7133A73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986C62-5EFC-6351-5524-5368EF1FB1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1C0A850-E5F6-17CD-131A-D9EDDA9C8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9D99E96-E90B-CE8C-9222-589C17830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C34A-D57B-4F81-A818-86AE7304DA03}" type="datetimeFigureOut">
              <a:rPr lang="hu-HU" smtClean="0"/>
              <a:t>2026. 05. 31.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A72F82D-5A72-5BF3-5F92-8DA432DE7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9BCAF16-A193-0AD0-C6E3-03A998FCC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799F-C7A5-4F7A-AC99-023FDC6E0E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9584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316930-8605-8B16-127E-0E2528862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916C879-A5E9-8854-CFA1-91B04FC9D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AFEFE89-D1DE-C6EC-78A3-128F6A0DE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FBD44541-F378-5845-CE1B-94C908BBE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B3B0233-C944-39E1-A3D8-9E616DA2CD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A3CEAC95-259E-4741-8498-150DC306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C34A-D57B-4F81-A818-86AE7304DA03}" type="datetimeFigureOut">
              <a:rPr lang="hu-HU" smtClean="0"/>
              <a:t>2026. 05. 31.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D130B12-0EA2-14A4-F2D9-17245708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35C54F4-F1BC-F5B0-4A86-50EEA609C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799F-C7A5-4F7A-AC99-023FDC6E0E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6328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F5A484-1F9D-CA2F-A568-8CA3A045A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57FBFF8-0F9F-F0F2-E866-C8E4FF3C2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C34A-D57B-4F81-A818-86AE7304DA03}" type="datetimeFigureOut">
              <a:rPr lang="hu-HU" smtClean="0"/>
              <a:t>2026. 05. 31.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1ADFBBC-EC68-981E-CCB5-A1436406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4B18202-D30E-6CB7-0344-D0C1B1B74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799F-C7A5-4F7A-AC99-023FDC6E0E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268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05BECE1-6929-BE74-4E77-477B04441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C34A-D57B-4F81-A818-86AE7304DA03}" type="datetimeFigureOut">
              <a:rPr lang="hu-HU" smtClean="0"/>
              <a:t>2026. 05. 31.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5139345-09A7-003B-DC0C-D72B0BEB2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C9C58FC-318E-C15C-24E3-5BD31C438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799F-C7A5-4F7A-AC99-023FDC6E0E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6696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DA31DD-5158-73D9-1704-2F1FD4D44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D869BB3-BD2A-A3FB-4C09-F9753339A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065AF8A-233D-54B9-79F0-B8EC3D688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FDBB997-4E24-797B-ED56-CDB92F7A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C34A-D57B-4F81-A818-86AE7304DA03}" type="datetimeFigureOut">
              <a:rPr lang="hu-HU" smtClean="0"/>
              <a:t>2026. 05. 31.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091417F-3282-363E-8CAC-17E5DC9A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DE66344-EDB1-657A-EEB5-035D8B15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799F-C7A5-4F7A-AC99-023FDC6E0E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93110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6DE9E5-8AEF-8F5B-4851-E4CD52649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CF696708-6CE7-7739-FB25-4E062EBD2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ECC4C7F-54BC-E5C7-9754-4BB909BDA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A7771EA-6AE5-00EA-1651-121A29987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C34A-D57B-4F81-A818-86AE7304DA03}" type="datetimeFigureOut">
              <a:rPr lang="hu-HU" smtClean="0"/>
              <a:t>2026. 05. 31.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FC3E71D-3FCC-A2D2-EF6E-EAAA852BD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DE41768-3723-06FC-767A-DAC9CE5B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799F-C7A5-4F7A-AC99-023FDC6E0E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0441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7F300D-D237-9D80-17E1-366D9C676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FBF0825-B1AA-1EB1-9DC1-884159289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C62178F-4B55-7639-9255-33E737776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C34A-D57B-4F81-A818-86AE7304DA03}" type="datetimeFigureOut">
              <a:rPr lang="hu-HU" smtClean="0"/>
              <a:t>2026. 05. 31.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F3FED81-99A7-3AE2-08CC-CF3A84347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B9144A3-79A7-4CF3-74BD-CEB3F358F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799F-C7A5-4F7A-AC99-023FDC6E0E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59234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FDCDA43-06EA-D214-20C6-71DBA21745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B2EB20A-E62F-9017-26C0-D386CE173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5CB0AEF-5D9C-5992-0AF2-4931AAD3D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C34A-D57B-4F81-A818-86AE7304DA03}" type="datetimeFigureOut">
              <a:rPr lang="hu-HU" smtClean="0"/>
              <a:t>2026. 05. 31.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56C0BF2-A66C-1F10-977B-CEAEDCC6D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B831402-7D04-3C21-A4CA-67F6B77BA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799F-C7A5-4F7A-AC99-023FDC6E0E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4484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E81E430-377A-8813-3E96-AE1C661D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D3BB153-DCA0-FBD1-8E2A-CBAB8A11A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E80D352-BF66-8C27-AFE0-08E9B1CCA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BC34A-D57B-4F81-A818-86AE7304DA03}" type="datetimeFigureOut">
              <a:rPr lang="hu-HU" smtClean="0"/>
              <a:t>2026. 05. 31.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92E4B08-AE17-46F1-130D-955D517737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4E62FAF-5A50-8FEC-33DD-BE7CA2B42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E9799F-C7A5-4F7A-AC99-023FDC6E0E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9022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98F75D-4B2B-CC75-B4B9-31D40679B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4420" y="941831"/>
            <a:ext cx="10043160" cy="1178243"/>
          </a:xfrm>
        </p:spPr>
        <p:txBody>
          <a:bodyPr>
            <a:noAutofit/>
          </a:bodyPr>
          <a:lstStyle/>
          <a:p>
            <a:r>
              <a:rPr lang="hu-HU" sz="8000" b="1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</a:t>
            </a:r>
            <a:r>
              <a:rPr lang="hu-HU" sz="80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hu-HU" sz="8000" b="1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Duty</a:t>
            </a:r>
            <a:r>
              <a:rPr lang="hu-HU" sz="80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Projekt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C2F6A603-3BF4-DB07-DAA2-87C35AAF7975}"/>
              </a:ext>
            </a:extLst>
          </p:cNvPr>
          <p:cNvSpPr txBox="1"/>
          <p:nvPr/>
        </p:nvSpPr>
        <p:spPr>
          <a:xfrm>
            <a:off x="7799832" y="6109306"/>
            <a:ext cx="4471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PPT-t készítette: </a:t>
            </a:r>
            <a:r>
              <a:rPr lang="hu-HU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Rostási</a:t>
            </a: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Krisztián 9.I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0FC9CC16-F765-C36F-FA13-12DD8257B96F}"/>
              </a:ext>
            </a:extLst>
          </p:cNvPr>
          <p:cNvSpPr txBox="1"/>
          <p:nvPr/>
        </p:nvSpPr>
        <p:spPr>
          <a:xfrm>
            <a:off x="10668000" y="6457890"/>
            <a:ext cx="15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(5/31/2026)</a:t>
            </a:r>
          </a:p>
        </p:txBody>
      </p:sp>
    </p:spTree>
    <p:extLst>
      <p:ext uri="{BB962C8B-B14F-4D97-AF65-F5344CB8AC3E}">
        <p14:creationId xmlns:p14="http://schemas.microsoft.com/office/powerpoint/2010/main" val="3421023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136B52-99EF-1105-7C6E-DD4BCA089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88" y="227965"/>
            <a:ext cx="10070592" cy="1325563"/>
          </a:xfrm>
        </p:spPr>
        <p:txBody>
          <a:bodyPr>
            <a:normAutofit/>
          </a:bodyPr>
          <a:lstStyle/>
          <a:p>
            <a:r>
              <a:rPr lang="hu-HU" sz="66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 is a projektünk célja?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AFE21E-5275-6D42-8901-FDB356D31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" y="227869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 Játék bemutatása</a:t>
            </a:r>
          </a:p>
          <a:p>
            <a:pPr marL="0" indent="0">
              <a:buNone/>
            </a:pPr>
            <a:endParaRPr lang="hu-HU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2: Kedv csinálás a játékhoz</a:t>
            </a:r>
          </a:p>
          <a:p>
            <a:pPr marL="0" indent="0">
              <a:buNone/>
            </a:pPr>
            <a:endParaRPr lang="hu-HU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3: Programozás gyakorlása</a:t>
            </a:r>
          </a:p>
        </p:txBody>
      </p:sp>
      <p:pic>
        <p:nvPicPr>
          <p:cNvPr id="1030" name="Picture 6" descr="Mercedes alkatrészek adok-veszek. - Index Fórum">
            <a:extLst>
              <a:ext uri="{FF2B5EF4-FFF2-40B4-BE49-F238E27FC236}">
                <a16:creationId xmlns:a16="http://schemas.microsoft.com/office/drawing/2014/main" id="{87AF6872-F24E-BF82-A34F-054910E0E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8318" y="1635157"/>
            <a:ext cx="3325924" cy="3587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6E4A4DDB-031C-1EA6-9793-ED53E5050E27}"/>
              </a:ext>
            </a:extLst>
          </p:cNvPr>
          <p:cNvSpPr txBox="1"/>
          <p:nvPr/>
        </p:nvSpPr>
        <p:spPr>
          <a:xfrm>
            <a:off x="8484108" y="5222843"/>
            <a:ext cx="3325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https://forum.index.hu/Article/showArticle?na_order=&amp;na_start=30&amp;na_step=30&amp;t=9220029</a:t>
            </a:r>
          </a:p>
        </p:txBody>
      </p:sp>
    </p:spTree>
    <p:extLst>
      <p:ext uri="{BB962C8B-B14F-4D97-AF65-F5344CB8AC3E}">
        <p14:creationId xmlns:p14="http://schemas.microsoft.com/office/powerpoint/2010/main" val="184322023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5889C5-B4C5-2E8E-EF46-AF81E2757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728" y="237109"/>
            <a:ext cx="7437120" cy="1325563"/>
          </a:xfrm>
        </p:spPr>
        <p:txBody>
          <a:bodyPr>
            <a:normAutofit fontScale="90000"/>
          </a:bodyPr>
          <a:lstStyle/>
          <a:p>
            <a:r>
              <a:rPr lang="hu-HU" sz="66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Feladatmegosztás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DCAABFA-5562-0E68-9F96-EAB5D4E89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28" y="2194560"/>
            <a:ext cx="11469624" cy="1767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Rostási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Krisztián:</a:t>
            </a:r>
          </a:p>
          <a:p>
            <a:pPr marL="0" indent="0">
              <a:buNone/>
            </a:pP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</a:t>
            </a:r>
            <a:r>
              <a:rPr lang="hu-HU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Navbar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-Játékok oldal</a:t>
            </a:r>
          </a:p>
          <a:p>
            <a:pPr marL="0" indent="0">
              <a:buNone/>
            </a:pP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-Főoldal   -</a:t>
            </a:r>
            <a:r>
              <a:rPr lang="hu-HU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Trello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és </a:t>
            </a:r>
            <a:r>
              <a:rPr lang="hu-HU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létrehozása, irányítása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98BDEC8-8B25-F828-059D-864E46E237EB}"/>
              </a:ext>
            </a:extLst>
          </p:cNvPr>
          <p:cNvSpPr txBox="1"/>
          <p:nvPr/>
        </p:nvSpPr>
        <p:spPr>
          <a:xfrm>
            <a:off x="490728" y="4663440"/>
            <a:ext cx="104790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Tóth Barnabás:</a:t>
            </a:r>
          </a:p>
          <a:p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</a:t>
            </a:r>
            <a:r>
              <a:rPr lang="hu-HU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-Karakterek oldal</a:t>
            </a:r>
          </a:p>
          <a:p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-Kapcsolat   -Fegyverek oldal</a:t>
            </a:r>
          </a:p>
        </p:txBody>
      </p:sp>
    </p:spTree>
    <p:extLst>
      <p:ext uri="{BB962C8B-B14F-4D97-AF65-F5344CB8AC3E}">
        <p14:creationId xmlns:p14="http://schemas.microsoft.com/office/powerpoint/2010/main" val="233274022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7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7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A0F20A-0A81-2F4A-5E9F-2413C003F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310261"/>
            <a:ext cx="4197096" cy="1325563"/>
          </a:xfrm>
        </p:spPr>
        <p:txBody>
          <a:bodyPr>
            <a:noAutofit/>
          </a:bodyPr>
          <a:lstStyle/>
          <a:p>
            <a:r>
              <a:rPr lang="hu-HU" sz="66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Források: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3E16222-BD3A-BE6E-0467-53A7BCEB1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76" y="1798193"/>
            <a:ext cx="11908536" cy="50598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hu-HU" sz="3200" dirty="0" err="1">
                <a:solidFill>
                  <a:schemeClr val="bg1"/>
                </a:solidFill>
              </a:rPr>
              <a:t>Bootstrap</a:t>
            </a:r>
            <a:r>
              <a:rPr lang="hu-HU" sz="3200" dirty="0">
                <a:solidFill>
                  <a:schemeClr val="bg1"/>
                </a:solidFill>
              </a:rPr>
              <a:t> </a:t>
            </a:r>
            <a:r>
              <a:rPr lang="hu-HU" sz="3200" dirty="0" err="1">
                <a:solidFill>
                  <a:schemeClr val="bg1"/>
                </a:solidFill>
              </a:rPr>
              <a:t>classok</a:t>
            </a:r>
            <a:r>
              <a:rPr lang="hu-HU" sz="3200" dirty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r>
              <a:rPr lang="hu-HU" sz="3200" dirty="0">
                <a:solidFill>
                  <a:schemeClr val="bg1"/>
                </a:solidFill>
              </a:rPr>
              <a:t>	- https://getbootstrap.com</a:t>
            </a:r>
          </a:p>
          <a:p>
            <a:pPr marL="0" indent="0">
              <a:buNone/>
            </a:pPr>
            <a:r>
              <a:rPr lang="hu-HU" sz="3200" dirty="0">
                <a:solidFill>
                  <a:schemeClr val="bg1"/>
                </a:solidFill>
              </a:rPr>
              <a:t>	-</a:t>
            </a:r>
            <a:r>
              <a:rPr lang="hu-HU" sz="3200" dirty="0" err="1">
                <a:solidFill>
                  <a:schemeClr val="bg1"/>
                </a:solidFill>
              </a:rPr>
              <a:t>classroom</a:t>
            </a:r>
            <a:endParaRPr lang="hu-HU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hu-HU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hu-HU" sz="3200" dirty="0">
                <a:solidFill>
                  <a:schemeClr val="bg1"/>
                </a:solidFill>
              </a:rPr>
              <a:t>Animációk:</a:t>
            </a:r>
          </a:p>
          <a:p>
            <a:pPr marL="0" indent="0">
              <a:buNone/>
            </a:pPr>
            <a:r>
              <a:rPr lang="hu-HU" sz="3200" dirty="0">
                <a:solidFill>
                  <a:schemeClr val="bg1"/>
                </a:solidFill>
              </a:rPr>
              <a:t>	-https://www.w3schools.com/css/css3_transitions.asp</a:t>
            </a:r>
          </a:p>
          <a:p>
            <a:pPr marL="0" indent="0">
              <a:buNone/>
            </a:pPr>
            <a:r>
              <a:rPr lang="hu-HU" sz="3200" dirty="0">
                <a:solidFill>
                  <a:schemeClr val="bg1"/>
                </a:solidFill>
              </a:rPr>
              <a:t>	-https://www.w3schools.com/css/css3_2dtransforms.asp</a:t>
            </a:r>
          </a:p>
          <a:p>
            <a:pPr marL="0" indent="0">
              <a:buNone/>
            </a:pPr>
            <a:endParaRPr lang="hu-HU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hu-HU" sz="3200" dirty="0">
                <a:solidFill>
                  <a:schemeClr val="bg1"/>
                </a:solidFill>
              </a:rPr>
              <a:t>Képek:</a:t>
            </a:r>
          </a:p>
          <a:p>
            <a:pPr marL="0" indent="0">
              <a:buNone/>
            </a:pPr>
            <a:r>
              <a:rPr lang="hu-HU" sz="3200" dirty="0">
                <a:solidFill>
                  <a:schemeClr val="bg1"/>
                </a:solidFill>
              </a:rPr>
              <a:t>	-https://www.callofduty.com</a:t>
            </a:r>
          </a:p>
          <a:p>
            <a:pPr marL="0" indent="0">
              <a:buNone/>
            </a:pPr>
            <a:endParaRPr lang="hu-HU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hu-HU" sz="3200" dirty="0">
                <a:solidFill>
                  <a:schemeClr val="bg1"/>
                </a:solidFill>
              </a:rPr>
              <a:t>Információk:</a:t>
            </a:r>
          </a:p>
          <a:p>
            <a:pPr marL="0" indent="0">
              <a:buNone/>
            </a:pPr>
            <a:r>
              <a:rPr lang="hu-HU" sz="3200" dirty="0">
                <a:solidFill>
                  <a:schemeClr val="bg1"/>
                </a:solidFill>
              </a:rPr>
              <a:t>	-https://hu.wikipedia.org/wiki/</a:t>
            </a:r>
            <a:r>
              <a:rPr lang="hu-HU" sz="3200" dirty="0" err="1">
                <a:solidFill>
                  <a:schemeClr val="bg1"/>
                </a:solidFill>
              </a:rPr>
              <a:t>Call_of_Duty</a:t>
            </a:r>
            <a:endParaRPr lang="hu-HU" sz="3200" dirty="0">
              <a:solidFill>
                <a:schemeClr val="bg1"/>
              </a:solidFill>
            </a:endParaRPr>
          </a:p>
        </p:txBody>
      </p:sp>
      <p:pic>
        <p:nvPicPr>
          <p:cNvPr id="2050" name="Picture 2" descr="W3Schools for Educators | LinkedIn">
            <a:extLst>
              <a:ext uri="{FF2B5EF4-FFF2-40B4-BE49-F238E27FC236}">
                <a16:creationId xmlns:a16="http://schemas.microsoft.com/office/drawing/2014/main" id="{1DA7D2EC-6A80-100E-372F-CB5B71BBA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12385">
            <a:off x="6742914" y="516096"/>
            <a:ext cx="1988820" cy="198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Bootstrap | LinkedIn">
            <a:extLst>
              <a:ext uri="{FF2B5EF4-FFF2-40B4-BE49-F238E27FC236}">
                <a16:creationId xmlns:a16="http://schemas.microsoft.com/office/drawing/2014/main" id="{76578A50-ED0E-5237-0FBB-A4876BE78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3519">
            <a:off x="9396656" y="845692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6A6888F3-F13C-2A89-D6F6-4EDD2EB0F704}"/>
              </a:ext>
            </a:extLst>
          </p:cNvPr>
          <p:cNvSpPr txBox="1"/>
          <p:nvPr/>
        </p:nvSpPr>
        <p:spPr>
          <a:xfrm rot="20254625">
            <a:off x="7005757" y="2418750"/>
            <a:ext cx="2185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https://www.linkedin.com/showcase/w3schools-academy/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B04B891-BE34-CE5F-5CC4-1F146041811C}"/>
              </a:ext>
            </a:extLst>
          </p:cNvPr>
          <p:cNvSpPr txBox="1"/>
          <p:nvPr/>
        </p:nvSpPr>
        <p:spPr>
          <a:xfrm rot="2116410">
            <a:off x="8786691" y="2681006"/>
            <a:ext cx="2253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https://www.linkedin.com/company/getbootstrap</a:t>
            </a:r>
          </a:p>
        </p:txBody>
      </p:sp>
    </p:spTree>
    <p:extLst>
      <p:ext uri="{BB962C8B-B14F-4D97-AF65-F5344CB8AC3E}">
        <p14:creationId xmlns:p14="http://schemas.microsoft.com/office/powerpoint/2010/main" val="21833941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4894804-D134-441B-3B0D-543ED55EE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2013"/>
            <a:ext cx="10515600" cy="1325563"/>
          </a:xfrm>
        </p:spPr>
        <p:txBody>
          <a:bodyPr>
            <a:normAutofit/>
          </a:bodyPr>
          <a:lstStyle/>
          <a:p>
            <a:r>
              <a:rPr lang="hu-HU" sz="72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Köszönöm a  figyelmet!</a:t>
            </a:r>
          </a:p>
        </p:txBody>
      </p:sp>
      <p:pic>
        <p:nvPicPr>
          <p:cNvPr id="3074" name="Picture 2" descr="Emoticon Thank You Stock Illustrations – 226 Emoticon Thank You Stock  Illustrations, Vectors &amp; Clipart - Dreamstime">
            <a:extLst>
              <a:ext uri="{FF2B5EF4-FFF2-40B4-BE49-F238E27FC236}">
                <a16:creationId xmlns:a16="http://schemas.microsoft.com/office/drawing/2014/main" id="{9A1A636F-7700-F393-89D7-1C9F64952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289" y="2182291"/>
            <a:ext cx="3326573" cy="375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D814766B-47C2-A920-66F3-8ECFE1B424AE}"/>
              </a:ext>
            </a:extLst>
          </p:cNvPr>
          <p:cNvSpPr txBox="1"/>
          <p:nvPr/>
        </p:nvSpPr>
        <p:spPr>
          <a:xfrm>
            <a:off x="7833360" y="5925255"/>
            <a:ext cx="358444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https://www.dreamstime.com/illustration/emoticon-thank-you.html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063698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Microsoft Office PowerPoint</Application>
  <PresentationFormat>Szélesvásznú</PresentationFormat>
  <Paragraphs>35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Office-téma</vt:lpstr>
      <vt:lpstr>Call of Duty Projekt</vt:lpstr>
      <vt:lpstr>Mi is a projektünk célja?</vt:lpstr>
      <vt:lpstr>Feladatmegosztás</vt:lpstr>
      <vt:lpstr>Források:</vt:lpstr>
      <vt:lpstr>Köszönöm a 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krisztian r</dc:creator>
  <cp:lastModifiedBy>krisztian r</cp:lastModifiedBy>
  <cp:revision>1</cp:revision>
  <dcterms:created xsi:type="dcterms:W3CDTF">2026-05-31T15:51:58Z</dcterms:created>
  <dcterms:modified xsi:type="dcterms:W3CDTF">2026-05-31T15:52:26Z</dcterms:modified>
</cp:coreProperties>
</file>